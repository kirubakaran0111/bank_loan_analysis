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9" r:id="rId3"/>
    <p:sldId id="266" r:id="rId4"/>
    <p:sldId id="271" r:id="rId5"/>
    <p:sldId id="256" r:id="rId6"/>
    <p:sldId id="257" r:id="rId7"/>
    <p:sldId id="258" r:id="rId8"/>
    <p:sldId id="272" r:id="rId9"/>
    <p:sldId id="261" r:id="rId10"/>
    <p:sldId id="262" r:id="rId11"/>
    <p:sldId id="263" r:id="rId12"/>
    <p:sldId id="264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274806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</a:t>
            </a:r>
          </a:p>
        </p:txBody>
      </p:sp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C190F7-101B-0DE1-4968-E7C859FE1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76" y="1021220"/>
            <a:ext cx="11282727" cy="565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0AEEC09-ADD4-A23A-B144-9BD045084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54" y="1038274"/>
            <a:ext cx="11750724" cy="563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46C0BB-2536-CC81-6831-7EB9C0D8E9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841" y="997476"/>
            <a:ext cx="11586949" cy="567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FD2784-0590-7921-1A0E-56F65B52E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1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744</Words>
  <Application>Microsoft Office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Kirubakaran B</cp:lastModifiedBy>
  <cp:revision>14</cp:revision>
  <dcterms:created xsi:type="dcterms:W3CDTF">2023-10-07T01:44:58Z</dcterms:created>
  <dcterms:modified xsi:type="dcterms:W3CDTF">2026-01-23T07:22:26Z</dcterms:modified>
</cp:coreProperties>
</file>